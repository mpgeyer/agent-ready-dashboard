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</a:rPr>
              <a:t>Scan2Twin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76B900"/>
                </a:solidFill>
              </a:rPr>
              <a:t>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80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AA"/>
                </a:solidFill>
              </a:rPr>
              <a:t>Point Cloud  →  SimReady USD Digital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AAAA"/>
                </a:solidFill>
              </a:rPr>
              <a:t>Agent-centric  ·  Modular  ·  Cloud-native  ·  Built on the Universal Agent Archetype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Read E57
point cloud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35808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6B900"/>
                </a:solidFill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LLM selects
skills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1496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1496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Call NVCF,
open3d, Physna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95744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1464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REMEMBER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1464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Object state
+ provenance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12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SimReady USD
+ run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v0.3  |  Internal — Engineering &amp; Agent Requirements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9387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59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411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5983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435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007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5459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0031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483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2055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The Universal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Every agent runs this loop. Scan2Twin is just domain-specific skills dropped into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868680"/>
            <a:ext cx="2834640" cy="91440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92354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28930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Working: object states, confidence
Long-term: run history,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801368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0136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read / write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947672"/>
            <a:ext cx="2834640" cy="141732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39112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76B900"/>
                </a:solidFill>
              </a:rPr>
              <a:t>THINK
(LLM / Planner)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06039"/>
            <a:ext cx="2834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Reason about state
Select next skill
Evaluate result · Update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947672"/>
            <a:ext cx="2514600" cy="14173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057400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496312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E57 · config · job params
tool results · error states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1947672"/>
            <a:ext cx="2514600" cy="14173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057400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496312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Call skill APIs
NVCF · open3d · Physna
ovRTX · USD SDK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491739"/>
            <a:ext cx="411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54B4B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02635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obs.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491739"/>
            <a:ext cx="411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58C1A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802635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skill calls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19856"/>
            <a:ext cx="9966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↻  tool results feed back as new observations  ·  loop until: goal met · human needed · max steps · error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3712463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712463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goal /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767328"/>
            <a:ext cx="2834640" cy="91440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382219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187952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Provides job goal · approves low-confidence
reviews SimReady USD + run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4892040"/>
            <a:ext cx="11704320" cy="457200"/>
          </a:xfrm>
          <a:prstGeom prst="rect">
            <a:avLst/>
          </a:prstGeom>
          <a:solidFill>
            <a:srgbClr val="0D2B45"/>
          </a:solidFill>
          <a:ln w="127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965192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6B900"/>
                </a:solidFill>
              </a:rPr>
              <a:t>Design principle:  Brain stays generic.  Memory scopes the context.  Skills define the domain.  Swap skills = new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Scan2Twin Agent — Skills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7 skills. Agent decides which to call, in what order, and whether to retry. No hardcoded sequence.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743200"/>
            <a:ext cx="3017520" cy="137160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76B900"/>
                </a:solidFill>
              </a:rPr>
              <a:t>SCAN2TWIN
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64992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Plans · calls skills
evaluates · retries · reports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05840"/>
            <a:ext cx="3017520" cy="566928"/>
          </a:xfrm>
          <a:prstGeom prst="rect">
            <a:avLst/>
          </a:prstGeom>
          <a:solidFill>
            <a:srgbClr val="16213E"/>
          </a:solidFill>
          <a:ln w="127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051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INPUT: E57 / LAS / 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361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AAAAA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5349240"/>
            <a:ext cx="3017520" cy="56692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OUTPUT: SimReady USD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50292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6B900"/>
                </a:solidFill>
              </a:rPr>
              <a:t>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pye57 + open3d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/ DBSCAN
swappable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Physna geometric
CAD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mesh +
Physna CAD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NVCF AI Material
Agent + MDL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ovRTX
(NVCF endpoint)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548640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555040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Assemble &amp;
Validate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59618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OpenUSD SDK +
SimReady validator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3898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29900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5902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3898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29900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45902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5870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387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3959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1411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5983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3435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8007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5459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0031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7483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055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Skills — What Each One Wraps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Each skill = one callable tool. Typed input/output. Swappable implementation. Returns confidence + structured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pye57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E57 native read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Voxel downsample + outlier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Coord 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Floor=Z0, centroid=XY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53619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8483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99339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3347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Euclidean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347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— no GPU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9339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3347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DBSCAN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3347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Swappable via skill config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9339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3347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Skill registry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3347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Register any new algorithm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51790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6654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97510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1518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61518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Geometric CAD search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97510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61518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VLM fallback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1518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vision model if no Physna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97510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1518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Result schema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61518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label, confidence, cad_id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9962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4826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95682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59690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59690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Poisson/BPA from cluster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95682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9690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 CAD swap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9690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Clean mesh on high confidence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5682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59690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59690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Assemble as UsdGeomMesh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8133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02997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93853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7861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AI Material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57861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— label → MDL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93853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7861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MDL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7861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NVIDIA material defs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93853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7861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Fallback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57861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grey if API fails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46305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01169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92025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6033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ovRTX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56033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endpoint — photoreal render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92025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6033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Validation use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56033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Visual QA after assembly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92025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56033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Output use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56033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Rendered twin as deliverable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44476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99340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Assemble &amp; Val.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90196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54204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54204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Stage assembly + hierarchy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90196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454204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SimReady validator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54204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Standalone lib — checks spec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390196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454204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8C1A"/>
                </a:solidFill>
              </a:rPr>
              <a:t>Siemens adapter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54204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DTC export (post-EA)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9387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3959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1411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5983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3435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8007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5459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0031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7483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02055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Agent Decision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The agent isn't a runner — it reasons. Low confidence triggers retry or swap. Errors escalate to human.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Knows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Available skills + schemas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Input file type +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Per-skill confidence thresholds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Retry budget per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Human escalation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Run history + provenance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78807" y="960120"/>
            <a:ext cx="3566160" cy="475488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7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Decides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399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skill to call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algorithm variant
(DBSCAN vs Euclidean)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264261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Accept result or retry
with different params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399" y="3300983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CAD substitution or
scan-derived mesh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3959351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Render now or skip
(optional ovRTX call)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399" y="4617719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Escalate to human or
accept with warning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83296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It
Produces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SimReady USD 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ovRTX render (optional)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Per-object run report: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skill + algorithm used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confidence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CAD match or scan mesh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36168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material assigned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83717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Validation report (pass/fail)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559552"/>
            <a:ext cx="11612880" cy="777240"/>
          </a:xfrm>
          <a:prstGeom prst="rect">
            <a:avLst/>
          </a:prstGeom>
          <a:solidFill>
            <a:srgbClr val="0D2B45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605272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C518"/>
                </a:solidFill>
              </a:rPr>
              <a:t>Skill swap = one config line.  Agent auto-discovers via registry.  No agent rewrite.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6188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Example:  segment.algorithm: "dbscan"   →   agent picks up DBSCAN on next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Ownership &amp;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NVIDIA ships agent + skill framework. Partners provide domain libraries. Glue code is minimal and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1188720" cy="960120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2801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06070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Agent framework · Skill interfaces · NVCF runtime
OpenUSD SDK · AI Material Agent · MDL library
ovRTX renderer · SimReady validator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060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Builds and maintains the agent, skill contracts, and all NVIDIA-owned tool implementations.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084832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084832"/>
            <a:ext cx="1188720" cy="96012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3591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Physna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13969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Geometric CAD search library / API
CAD substitution (clean mesh swap on high confidence match)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13969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Primary partner for object recognition. Skills wrap their API. Swap in or out without touching agent.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163824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163824"/>
            <a:ext cx="1188720" cy="96012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43814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Siemens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218688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DTC format adapter · DTC semantic property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21868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Adopts NVIDIA reference architecture. Adds DTC-specific skill on top. EA launch partner (TBD).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242816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242816"/>
            <a:ext cx="1188720" cy="96012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51713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297679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open3d — ingest, filter, segment, reconstruct
pye57 — E57 native read · scikit-learn — DBSCAN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29767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Commodity processing. No lock-in. Replace any piece if a better library ships.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21807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21807"/>
            <a:ext cx="1188720" cy="96012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5596127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Glue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5376671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Skill config schemas (JSON/YAML) · Skill registry + runner
Run report format · Reference agent implementation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376671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Minimal glue maintained by NVIDIA. Visible, readable, meant to be forked. Not a black box.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Open Questions — Resolve Before Engineering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Four decisions that gate detailed requirements.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530352" cy="114300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32588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06984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4B4B"/>
                </a:solidFill>
              </a:rPr>
              <a:t>Physna integration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Python library or REST API?  Affects NVCF wrapping pattern and latency. Need answer before skill interface is finalized.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304288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304288"/>
            <a:ext cx="530352" cy="114300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624328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6829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AC8"/>
                </a:solidFill>
              </a:rPr>
              <a:t>Segmentation fidelity at 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7977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open3d Euclidean cluster sufficient for factory floor objects at EA, or do we need to scope a DL segmentation model post-EA?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602736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602736"/>
            <a:ext cx="530352" cy="114300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922776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8C1A"/>
                </a:solidFill>
              </a:rPr>
              <a:t>Siemens adapter EA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78224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the DTC export adapter in-scope for EA, or is raw USD sufficient?  Determines whether Siemens is a launch partner or follow-on.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901183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901183"/>
            <a:ext cx="530352" cy="114300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5221223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6519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518"/>
                </a:solidFill>
              </a:rPr>
              <a:t>Hackathon repo reuse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76671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Which components from existing repos translate directly to skills?  Share repos to map existing work before building from scratch.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