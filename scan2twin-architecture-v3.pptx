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Scan2Twin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76B900"/>
                </a:solidFill>
              </a:rPr>
              <a:t>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</a:rPr>
              <a:t>Point Cloud  →  SimReady USD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</a:rPr>
              <a:t>Agent-centric  ·  Modular  ·  Cloud-native  ·  Built on the Universal Agent Archetype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840480"/>
            <a:ext cx="1920240" cy="114300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136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4B4B"/>
                </a:solidFill>
              </a:rPr>
              <a:t>PERCEIVE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159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Read E57
point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5808" y="3840480"/>
            <a:ext cx="1920240" cy="114300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39136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6B900"/>
                </a:solidFill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43159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LLM selects
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5776" y="3840480"/>
            <a:ext cx="1920240" cy="1143000"/>
          </a:xfrm>
          <a:prstGeom prst="rect">
            <a:avLst/>
          </a:prstGeom>
          <a:solidFill>
            <a:srgbClr val="16213E"/>
          </a:solidFill>
          <a:ln w="3175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1496" y="39136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8C1A"/>
                </a:solidFill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43159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Call NVCF,
open3d, Physna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840480"/>
            <a:ext cx="1920240" cy="1143000"/>
          </a:xfrm>
          <a:prstGeom prst="rect">
            <a:avLst/>
          </a:prstGeom>
          <a:solidFill>
            <a:srgbClr val="16213E"/>
          </a:solidFill>
          <a:ln w="3175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39136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060E0"/>
                </a:solidFill>
              </a:rPr>
              <a:t>REMEMBER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43159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Object state
+ provenance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5712" y="3840480"/>
            <a:ext cx="1920240" cy="1143000"/>
          </a:xfrm>
          <a:prstGeom prst="rect">
            <a:avLst/>
          </a:prstGeom>
          <a:solidFill>
            <a:srgbClr val="16213E"/>
          </a:solidFill>
          <a:ln w="317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39136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518"/>
                </a:solidFill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43159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SimReady USD
+ run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v0.3  |  Internal — Engineering &amp; Agent Requirements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The Universal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Every agent runs this loop. Scan2Twin is just domain-specific skills dropped into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868680"/>
            <a:ext cx="2834640" cy="914400"/>
          </a:xfrm>
          <a:prstGeom prst="rect">
            <a:avLst/>
          </a:prstGeom>
          <a:solidFill>
            <a:srgbClr val="16213E"/>
          </a:solidFill>
          <a:ln w="3175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923544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060E0"/>
                </a:solidFill>
              </a:rPr>
              <a:t>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8930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Working: object states, confidence
Long-term: run history, provenance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8836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060E0"/>
                </a:solidFill>
              </a:rPr>
              <a:t>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73736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</a:rPr>
              <a:t>read / write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167128"/>
            <a:ext cx="2834640" cy="1417320"/>
          </a:xfrm>
          <a:prstGeom prst="rect">
            <a:avLst/>
          </a:prstGeom>
          <a:solidFill>
            <a:srgbClr val="0D2B45"/>
          </a:solidFill>
          <a:ln w="381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5856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6B900"/>
                </a:solidFill>
              </a:rPr>
              <a:t>THINK
(LLM / Planner)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25496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AA"/>
                </a:solidFill>
              </a:rPr>
              <a:t>Reason about state
Select next skill
Evaluate result · Update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67128"/>
            <a:ext cx="2514600" cy="141732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7685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4B4B"/>
                </a:solidFill>
              </a:rPr>
              <a:t>PERCEIVE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71576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AA"/>
                </a:solidFill>
              </a:rPr>
              <a:t>E57 · config · job params
tool results · error states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2167128"/>
            <a:ext cx="2514600" cy="1417320"/>
          </a:xfrm>
          <a:prstGeom prst="rect">
            <a:avLst/>
          </a:prstGeom>
          <a:solidFill>
            <a:srgbClr val="16213E"/>
          </a:solidFill>
          <a:ln w="3175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27685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8C1A"/>
                </a:solidFill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71576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AA"/>
                </a:solidFill>
              </a:rPr>
              <a:t>Call skill APIs
NVCF · open3d · Physna
ovRTX · USD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711196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54B4B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022091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</a:rPr>
              <a:t>obs.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711196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58C1A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022091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</a:rPr>
              <a:t>skill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739896"/>
            <a:ext cx="9966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AAAA"/>
                </a:solidFill>
              </a:rPr>
              <a:t>↻  tool results feed back as new observations  ·  loop until: goal met · human needed · max steps ·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15137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518"/>
                </a:solidFill>
              </a:rPr>
              <a:t>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959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</a:rPr>
              <a:t>goal /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4480560"/>
            <a:ext cx="2834640" cy="914400"/>
          </a:xfrm>
          <a:prstGeom prst="rect">
            <a:avLst/>
          </a:prstGeom>
          <a:solidFill>
            <a:srgbClr val="16213E"/>
          </a:solidFill>
          <a:ln w="317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535424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518"/>
                </a:solidFill>
              </a:rPr>
              <a:t>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901184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Provides job goal · approves low-confidence
reviews SimReady USD + run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824728"/>
            <a:ext cx="11704320" cy="457200"/>
          </a:xfrm>
          <a:prstGeom prst="rect">
            <a:avLst/>
          </a:prstGeom>
          <a:solidFill>
            <a:srgbClr val="0D2B4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89788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</a:rPr>
              <a:t>Design principle:  Brain stays generic.  Memory scopes the context.  Skills define the domain.  Swap skills = new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Scan2Twin Agent — Skills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7 skills. Agent decides which to call, in what order, and whether to retry. No hardcoded sequence.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743200"/>
            <a:ext cx="3017520" cy="1371600"/>
          </a:xfrm>
          <a:prstGeom prst="rect">
            <a:avLst/>
          </a:prstGeom>
          <a:solidFill>
            <a:srgbClr val="0D2B45"/>
          </a:solidFill>
          <a:ln w="381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6B900"/>
                </a:solidFill>
              </a:rPr>
              <a:t>SCAN2TWIN
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364992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AA"/>
                </a:solidFill>
              </a:rPr>
              <a:t>Plans · calls skills
evaluates · retries ·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005840"/>
            <a:ext cx="3017520" cy="566928"/>
          </a:xfrm>
          <a:prstGeom prst="rect">
            <a:avLst/>
          </a:prstGeom>
          <a:solidFill>
            <a:srgbClr val="16213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051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INPUT: E57 / LAS / 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36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5349240"/>
            <a:ext cx="3017520" cy="566928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394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OUTPUT: SimReady 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029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6B900"/>
                </a:solidFill>
              </a:rPr>
              <a:t>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05840"/>
            <a:ext cx="260604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0698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8AC8"/>
                </a:solidFill>
              </a:rPr>
              <a:t>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48132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pye57 + open3d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06040"/>
            <a:ext cx="260604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6700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8AC8"/>
                </a:solidFill>
              </a:rPr>
              <a:t>Segment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8152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open3d / DBSCAN
swappable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06240"/>
            <a:ext cx="260604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702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54B4B"/>
                </a:solidFill>
              </a:rPr>
              <a:t>Recognize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681727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Physna geometric
CAD search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260604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0698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54B4B"/>
                </a:solidFill>
              </a:rPr>
              <a:t>Reconstruct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48132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open3d mesh +
Physna CAD swap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606040"/>
            <a:ext cx="260604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6700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6B900"/>
                </a:solidFill>
              </a:rPr>
              <a:t>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08152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NVCF AI Material
Agent + MDL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4206240"/>
            <a:ext cx="260604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42702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6B900"/>
                </a:solidFill>
              </a:rPr>
              <a:t>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681727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ovRTX
(NVCF endpoint)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5486400"/>
            <a:ext cx="260604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555040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6B900"/>
                </a:solidFill>
              </a:rPr>
              <a:t>Assemble &amp;
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96188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OpenUSD SDK +
SimReady validator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138988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calls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299008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calls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59028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calls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13898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← calls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9900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← calls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5902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← calls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8704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← calls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98448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44168" y="64648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NVIDIA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18688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64408" y="64648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4B4B"/>
                </a:solidFill>
              </a:rPr>
              <a:t>Physna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3208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64648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AC8"/>
                </a:solidFill>
              </a:rPr>
              <a:t>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Skills — What Each One Wraps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Each skill = one callable tool. Typed input/output. Swappable implementation. Returns confidence + structured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" y="960120"/>
            <a:ext cx="160673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987552"/>
            <a:ext cx="15152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08AC8"/>
                </a:solidFill>
              </a:rPr>
              <a:t>Ingest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41732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" y="147218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8AC8"/>
                </a:solidFill>
              </a:rPr>
              <a:t>pye57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" y="181965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E57 native read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260604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" y="266090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8AC8"/>
                </a:solidFill>
              </a:rPr>
              <a:t>open3d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" y="300837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Voxel downsample + outlier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379476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" y="384962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C518"/>
                </a:solidFill>
              </a:rPr>
              <a:t>Coord 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" y="419709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Floor=Z0, centroid=XY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53619" y="960120"/>
            <a:ext cx="160673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8483" y="987552"/>
            <a:ext cx="15152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08AC8"/>
                </a:solidFill>
              </a:rPr>
              <a:t>Segment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99339" y="141732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3347" y="147218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8AC8"/>
                </a:solidFill>
              </a:rPr>
              <a:t>Euclidean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3347" y="181965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Default — no GPU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99339" y="260604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3347" y="266090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8AC8"/>
                </a:solidFill>
              </a:rPr>
              <a:t>DBSCAN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3347" y="300837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Swappable via skill 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99339" y="379476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3347" y="384962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C518"/>
                </a:solidFill>
              </a:rPr>
              <a:t>Skill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3347" y="419709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Register any new algorithm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51790" y="960120"/>
            <a:ext cx="160673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6654" y="987552"/>
            <a:ext cx="15152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54B4B"/>
                </a:solidFill>
              </a:rPr>
              <a:t>Recognize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7510" y="141732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1518" y="147218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54B4B"/>
                </a:solidFill>
              </a:rPr>
              <a:t>Physna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1518" y="181965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Geometric CAD 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97510" y="260604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1518" y="266090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6B900"/>
                </a:solidFill>
              </a:rPr>
              <a:t>VLM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1518" y="300837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NVCF vision model if no Physna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97510" y="379476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61518" y="384962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C518"/>
                </a:solidFill>
              </a:rPr>
              <a:t>Result schema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61518" y="419709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label, confidence, cad_id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9962" y="960120"/>
            <a:ext cx="160673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4826" y="987552"/>
            <a:ext cx="15152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54B4B"/>
                </a:solidFill>
              </a:rPr>
              <a:t>Reconstruct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95682" y="141732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59690" y="147218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8AC8"/>
                </a:solidFill>
              </a:rPr>
              <a:t>open3d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9690" y="181965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Poisson/BPA from cluster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95682" y="260604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59690" y="266090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54B4B"/>
                </a:solidFill>
              </a:rPr>
              <a:t>Physna CAD swap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59690" y="300837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Clean mesh on high confidence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5682" y="379476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59690" y="384962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6B900"/>
                </a:solidFill>
              </a:rPr>
              <a:t>OpenUSD SDK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59690" y="419709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Assemble as UsdGeomMesh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8133" y="960120"/>
            <a:ext cx="160673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02997" y="987552"/>
            <a:ext cx="15152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76B900"/>
                </a:solidFill>
              </a:rPr>
              <a:t>Materials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93853" y="141732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7861" y="147218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6B900"/>
                </a:solidFill>
              </a:rPr>
              <a:t>AI Material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57861" y="181965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NVCF — label → MDL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93853" y="260604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7861" y="266090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6B900"/>
                </a:solidFill>
              </a:rPr>
              <a:t>MDL library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7861" y="300837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NVIDIA material defs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93853" y="379476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7861" y="384962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C518"/>
                </a:solidFill>
              </a:rPr>
              <a:t>Fallback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7861" y="419709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Default grey if API fails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46305" y="960120"/>
            <a:ext cx="160673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01169" y="987552"/>
            <a:ext cx="15152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76B900"/>
                </a:solidFill>
              </a:rPr>
              <a:t>Render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2025" y="141732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56033" y="147218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6B900"/>
                </a:solidFill>
              </a:rPr>
              <a:t>ovRTX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56033" y="181965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NVCF endpoint — photoreal render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92025" y="260604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56033" y="266090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6B900"/>
                </a:solidFill>
              </a:rPr>
              <a:t>Validation use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56033" y="300837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Visual QA after assembly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92025" y="379476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56033" y="384962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6B900"/>
                </a:solidFill>
              </a:rPr>
              <a:t>Output use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56033" y="419709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Rendered twin as deliverable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344476" y="960120"/>
            <a:ext cx="160673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99340" y="987552"/>
            <a:ext cx="15152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76B900"/>
                </a:solidFill>
              </a:rPr>
              <a:t>Assemble &amp; Val.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90196" y="141732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54204" y="147218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6B900"/>
                </a:solidFill>
              </a:rPr>
              <a:t>OpenUSD SDK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54204" y="181965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Stage assembly + hierarchy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390196" y="2606040"/>
            <a:ext cx="1515291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54204" y="2660904"/>
            <a:ext cx="14055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6B900"/>
                </a:solidFill>
              </a:rPr>
              <a:t>SimReady validator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54204" y="3008376"/>
            <a:ext cx="14055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Standalone lib — checks spec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98448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44168" y="64648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NVIDIA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18688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64408" y="64648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4B4B"/>
                </a:solidFill>
              </a:rPr>
              <a:t>Physna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0024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95744" y="64648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AC8"/>
                </a:solidFill>
              </a:rPr>
              <a:t>OSS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0264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15984" y="64648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C518"/>
                </a:solidFill>
              </a:rPr>
              <a:t>Glue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Agent Decision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The agent isn't a runner — it reasons. Low confidence triggers retry or swap. Errors escalate to human.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3566160" cy="4864608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566160" cy="47548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78408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What the Agent
Knows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0876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Available skills + schemas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8424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Input file type +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45973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Per-skill confidence thresholds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3522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Retry budget per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41071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Human escalation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886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Run history + provenance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8807" y="960120"/>
            <a:ext cx="3566160" cy="4864608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8807" y="960120"/>
            <a:ext cx="3566160" cy="475488"/>
          </a:xfrm>
          <a:prstGeom prst="rect">
            <a:avLst/>
          </a:prstGeom>
          <a:solidFill>
            <a:srgbClr val="E54B4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7" y="978408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What the Agent
Decides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150876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Which skill to call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198424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Which algorithm variant
(DBSCAN vs Euclidean)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2642615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Accept result or retry
with different params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3300983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CAD substitution or
scan-derived mesh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3959351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Render now or skip
(optional ovRTX call)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4617719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Escalate to human or
accept with warning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960120"/>
            <a:ext cx="3566160" cy="4864608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960120"/>
            <a:ext cx="3566160" cy="47548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978408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What It
Produces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150876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SimReady USD 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198424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ovRTX render (optional)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45973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Per-object run report: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293522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· skill + algorithm used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41071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· confidence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3886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· CAD match or scan mesh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36168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· material assigned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837175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Validation report (pass/fail)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559552"/>
            <a:ext cx="11612880" cy="777240"/>
          </a:xfrm>
          <a:prstGeom prst="rect">
            <a:avLst/>
          </a:prstGeom>
          <a:solidFill>
            <a:srgbClr val="0D2B45"/>
          </a:solidFill>
          <a:ln w="1905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605272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8C1A"/>
                </a:solidFill>
              </a:rPr>
              <a:t>Skill swap = one config line.  Agent auto-discovers via registry.  No agent rewrite.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6188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Example:  segment.algorithm: "dbscan"   →   agent picks up DBSCAN on next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Potential Ownership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NVIDIA ships agent + skill framework. Partners provide domain libraries. Glue code is minimal and 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1188720" cy="960120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280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NVIDIA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060704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Agent framework · Skill interfaces · NVCF runtime
OpenUSD SDK · AI Material Agent · MDL library
ovRTX renderer · SimReady validator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06070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Builds and maintains the agent, skill contracts, and all NVIDIA-owned tool implementations.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084832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084832"/>
            <a:ext cx="1188720" cy="960120"/>
          </a:xfrm>
          <a:prstGeom prst="rect">
            <a:avLst/>
          </a:prstGeom>
          <a:solidFill>
            <a:srgbClr val="E54B4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3591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Physna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13969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Geometric CAD search library / API
CAD substitution (clean mesh swap on high confidence match)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13969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Primary partner for object recognition. Skills wrap their API. Swap in or out without touching agent.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163824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163824"/>
            <a:ext cx="1188720" cy="960120"/>
          </a:xfrm>
          <a:prstGeom prst="rect">
            <a:avLst/>
          </a:prstGeom>
          <a:solidFill>
            <a:srgbClr val="E58C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43814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Siemens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21868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DTC format adapter · DTC semantic property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21868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Adopts NVIDIA reference architecture. Adds DTC-specific skill on top. EA launch partner (TBD).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242816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4242816"/>
            <a:ext cx="1188720" cy="960120"/>
          </a:xfrm>
          <a:prstGeom prst="rect">
            <a:avLst/>
          </a:prstGeom>
          <a:solidFill>
            <a:srgbClr val="008AC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451713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297679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open3d — ingest, filter, segment, reconstruct
pye57 — E57 native read · scikit-learn — DBSCAN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29767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Commodity processing. No lock-in. Replace any piece if a better library ships.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5321807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5321807"/>
            <a:ext cx="1188720" cy="960120"/>
          </a:xfrm>
          <a:prstGeom prst="rect">
            <a:avLst/>
          </a:prstGeom>
          <a:solidFill>
            <a:srgbClr val="F5C51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5596127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Glue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376671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Skill config schemas (JSON/YAML) · Skill registry + runner
Run report format · Reference agent implementation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37667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Minimal glue maintained by NVIDIA. Visible, readable, meant to be forked. Not a black 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Open Questions — Resolve Before Engineering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Four decisions that gate detailed requirements.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11795760" cy="1143000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530352" cy="1143000"/>
          </a:xfrm>
          <a:prstGeom prst="rect">
            <a:avLst/>
          </a:prstGeom>
          <a:solidFill>
            <a:srgbClr val="E54B4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32588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698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4B4B"/>
                </a:solidFill>
              </a:rPr>
              <a:t>Physna integration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Python library or REST API?  Affects NVCF wrapping pattern and latency. Need answer before skill interface is finalized.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304288"/>
            <a:ext cx="11795760" cy="11430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304288"/>
            <a:ext cx="530352" cy="1143000"/>
          </a:xfrm>
          <a:prstGeom prst="rect">
            <a:avLst/>
          </a:prstGeom>
          <a:solidFill>
            <a:srgbClr val="008AC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62432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829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AC8"/>
                </a:solidFill>
              </a:rPr>
              <a:t>Segmentation fidelity at 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79776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Is open3d Euclidean cluster sufficient for factory floor objects at EA, or do we need to scope a DL segmentation model post-EA?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602736"/>
            <a:ext cx="11795760" cy="1143000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602736"/>
            <a:ext cx="530352" cy="1143000"/>
          </a:xfrm>
          <a:prstGeom prst="rect">
            <a:avLst/>
          </a:prstGeom>
          <a:solidFill>
            <a:srgbClr val="E58C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922776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6674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8C1A"/>
                </a:solidFill>
              </a:rPr>
              <a:t>Siemens adapter EA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78224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Is the DTC export adapter in-scope for EA, or is raw USD sufficient?  Determines whether Siemens is a launch partner or follow-on.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901183"/>
            <a:ext cx="11795760" cy="114300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4901183"/>
            <a:ext cx="530352" cy="1143000"/>
          </a:xfrm>
          <a:prstGeom prst="rect">
            <a:avLst/>
          </a:prstGeom>
          <a:solidFill>
            <a:srgbClr val="F5C51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5221223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651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Hackathon repo reuse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76671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Which components from existing repos translate directly to skills?  Share repos to map existing work before building from scratch.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