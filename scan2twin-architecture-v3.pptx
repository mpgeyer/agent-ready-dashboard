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</a:rPr>
              <a:t>Scan2Twin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02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76B900"/>
                </a:solidFill>
              </a:rPr>
              <a:t>Reference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80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AAAAA"/>
                </a:solidFill>
              </a:rPr>
              <a:t>Point Cloud  →  SimReady USD Digital Twin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AAAA"/>
                </a:solidFill>
              </a:rPr>
              <a:t>Agent-centric  ·  Modular  ·  Cloud-native  ·  Built on the Universal Agent Archetype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54B4B"/>
                </a:solidFill>
              </a:rPr>
              <a:t>PERCEIVE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Read E57
point cloud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35808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81528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76B900"/>
                </a:solidFill>
              </a:rPr>
              <a:t>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8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LLM selects
skills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65776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11496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58C1A"/>
                </a:solidFill>
              </a:rPr>
              <a:t>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1496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Call NVCF,
open3d, Physna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95744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A06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41464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A060E0"/>
                </a:solidFill>
              </a:rPr>
              <a:t>REMEMBER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1464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Object state
+ provenance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5712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1432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518"/>
                </a:solidFill>
              </a:rPr>
              <a:t>REPORT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432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SimReady USD
+ run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89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v0.3  |  Internal — Engineering &amp; Agent Requirements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93876" y="516636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39596" y="518464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NVIDIA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14116" y="516636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59836" y="518464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4B4B"/>
                </a:solidFill>
              </a:rPr>
              <a:t>Physna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34356" y="516636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80076" y="518464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8C1A"/>
                </a:solidFill>
              </a:rPr>
              <a:t>Siemens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54596" y="516636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00316" y="518464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8AC8"/>
                </a:solidFill>
              </a:rPr>
              <a:t>OSS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4836" y="516636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20556" y="518464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5C518"/>
                </a:solidFill>
              </a:rPr>
              <a:t>Glue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The Universal Agent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Every agent runs this loop. Scan2Twin is just domain-specific skills dropped into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2514600"/>
            <a:ext cx="2834640" cy="1554480"/>
          </a:xfrm>
          <a:prstGeom prst="rect">
            <a:avLst/>
          </a:prstGeom>
          <a:solidFill>
            <a:srgbClr val="0D2B45"/>
          </a:solidFill>
          <a:ln w="381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260604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76B900"/>
                </a:solidFill>
              </a:rPr>
              <a:t>THINK
(LLM / Planner)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15468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AAAAAA"/>
                </a:solidFill>
              </a:rPr>
              <a:t>Reason about state
Select next skill
Evaluate result
Update 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97480"/>
            <a:ext cx="2514600" cy="118872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271576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54B4B"/>
                </a:solidFill>
              </a:rPr>
              <a:t>PERCEIVE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090672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AAAAAA"/>
                </a:solidFill>
              </a:rPr>
              <a:t>E57 · config · job params
tool results · error states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72600" y="2697480"/>
            <a:ext cx="2514600" cy="1188720"/>
          </a:xfrm>
          <a:prstGeom prst="rect">
            <a:avLst/>
          </a:prstGeom>
          <a:solidFill>
            <a:srgbClr val="16213E"/>
          </a:solidFill>
          <a:ln w="3175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71576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58C1A"/>
                </a:solidFill>
              </a:rPr>
              <a:t>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090672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AAAAAA"/>
                </a:solidFill>
              </a:rPr>
              <a:t>Call skill APIs
NVCF · open3d · Physna
ovRTX · USD SDK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914400"/>
            <a:ext cx="2834640" cy="1051560"/>
          </a:xfrm>
          <a:prstGeom prst="rect">
            <a:avLst/>
          </a:prstGeom>
          <a:solidFill>
            <a:srgbClr val="16213E"/>
          </a:solidFill>
          <a:ln w="31750">
            <a:solidFill>
              <a:srgbClr val="A06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93268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A060E0"/>
                </a:solidFill>
              </a:rPr>
              <a:t>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1298448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Working: object states, confidence scores
Long-term: run history, provenance log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4754880"/>
            <a:ext cx="2834640" cy="1051560"/>
          </a:xfrm>
          <a:prstGeom prst="rect">
            <a:avLst/>
          </a:prstGeom>
          <a:solidFill>
            <a:srgbClr val="16213E"/>
          </a:solidFill>
          <a:ln w="317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477316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518"/>
                </a:solidFill>
              </a:rPr>
              <a:t>HUMAN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138928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Provides job goal · approves low-confidence
reviews SimReady USD + run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15468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54B4B"/>
                </a:solidFill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35204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AAAAAA"/>
                </a:solidFill>
              </a:rPr>
              <a:t>observations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315468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58C1A"/>
                </a:solidFill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5204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AAAAAA"/>
                </a:solidFill>
              </a:rPr>
              <a:t>skill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1984248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A060E0"/>
                </a:solidFill>
              </a:rPr>
              <a:t>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23774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AAAAAA"/>
                </a:solidFill>
              </a:rPr>
              <a:t>read / write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4270248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C518"/>
                </a:solidFill>
              </a:rPr>
              <a:t>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0" y="463600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AAAAAA"/>
                </a:solidFill>
              </a:rPr>
              <a:t>goal /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160520"/>
            <a:ext cx="9418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tool results feed back as new observations  →  loop continues until: goal met · human needed · max steps · error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5760720"/>
            <a:ext cx="11704320" cy="502920"/>
          </a:xfrm>
          <a:prstGeom prst="rect">
            <a:avLst/>
          </a:prstGeom>
          <a:solidFill>
            <a:srgbClr val="0D2B45"/>
          </a:solidFill>
          <a:ln w="127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5833872"/>
            <a:ext cx="11338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6B900"/>
                </a:solidFill>
              </a:rPr>
              <a:t>Design principle:  Brain stays generic.  Memory scopes the context.  Skills define the domain.  Swap skills = new agent.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Scan2Twin Agent — Skills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7 skills. Agent decides which to call, in what order, and whether to retry. No hardcoded sequence.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2743200"/>
            <a:ext cx="3017520" cy="1371600"/>
          </a:xfrm>
          <a:prstGeom prst="rect">
            <a:avLst/>
          </a:prstGeom>
          <a:solidFill>
            <a:srgbClr val="0D2B45"/>
          </a:solidFill>
          <a:ln w="381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76B900"/>
                </a:solidFill>
              </a:rPr>
              <a:t>SCAN2TWIN
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364992"/>
            <a:ext cx="3017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AAAAAA"/>
                </a:solidFill>
              </a:rPr>
              <a:t>Plans · calls skills
evaluates · retries · reports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05840"/>
            <a:ext cx="3017520" cy="566928"/>
          </a:xfrm>
          <a:prstGeom prst="rect">
            <a:avLst/>
          </a:prstGeom>
          <a:solidFill>
            <a:srgbClr val="16213E"/>
          </a:solidFill>
          <a:ln w="1270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051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INPUT: E57 / LAS / 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53619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AAAAAA"/>
                </a:solidFill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5349240"/>
            <a:ext cx="3017520" cy="566928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3949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OUTPUT: SimReady USD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50292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76B900"/>
                </a:solidFill>
              </a:rPr>
              <a:t>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0058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10698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8AC8"/>
                </a:solidFill>
              </a:rPr>
              <a:t>Ingest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48132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pye57 + open3d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6060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6700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8AC8"/>
                </a:solidFill>
              </a:rPr>
              <a:t>Segment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08152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open3d / DBSCAN
swappable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2062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270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54B4B"/>
                </a:solidFill>
              </a:rPr>
              <a:t>Recognize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681727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Physna geometric
CAD search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10698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54B4B"/>
                </a:solidFill>
              </a:rPr>
              <a:t>Reconstruct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148132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open3d mesh +
Physna CAD swap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0" y="26060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26700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76B900"/>
                </a:solidFill>
              </a:rPr>
              <a:t>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8152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NVCF AI Material
Agent + MDL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0" y="42062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0" y="4270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76B900"/>
                </a:solidFill>
              </a:rPr>
              <a:t>Render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4681727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ovRTX
(NVCF endpoint)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0" y="548640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0" y="555040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76B900"/>
                </a:solidFill>
              </a:rPr>
              <a:t>Assemble &amp;
Validate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596188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OpenUSD SDK +
SimReady validator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138988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calls 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80360" y="299008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calls 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459028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calls 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138988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←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20" y="299008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← calls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459028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← calls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587044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← calls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9387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3959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NVIDIA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1411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5983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4B4B"/>
                </a:solidFill>
              </a:rPr>
              <a:t>Physna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13435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8007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8C1A"/>
                </a:solidFill>
              </a:rPr>
              <a:t>Siemens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5459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0031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8AC8"/>
                </a:solidFill>
              </a:rPr>
              <a:t>OSS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7483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2055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5C518"/>
                </a:solidFill>
              </a:rPr>
              <a:t>Glue 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Skills — What Each One Wraps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Each skill = one callable tool. Typed input/output. Swappable implementation. Returns confidence + structured errors.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0312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08AC8"/>
                </a:solidFill>
              </a:rPr>
              <a:t>Ingest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pye57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E57 native read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open3d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Voxel downsample + outlier filter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5C518"/>
                </a:solidFill>
              </a:rPr>
              <a:t>Coord normalize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Floor=Z0, centroid=XY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53619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8483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08AC8"/>
                </a:solidFill>
              </a:rPr>
              <a:t>Segment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99339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3347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Euclidean cluster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3347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Default — no GPU needed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99339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63347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DBSCAN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3347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Swappable via skill config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99339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63347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5C518"/>
                </a:solidFill>
              </a:rPr>
              <a:t>Skill registry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3347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Register any new algorithm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51790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06654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E54B4B"/>
                </a:solidFill>
              </a:rPr>
              <a:t>Recognize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97510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61518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54B4B"/>
                </a:solidFill>
              </a:rPr>
              <a:t>Physna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61518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Geometric CAD search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97510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61518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VLM fallback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1518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NVCF vision model if no Physna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97510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61518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5C518"/>
                </a:solidFill>
              </a:rPr>
              <a:t>Result schema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61518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label, confidence, cad_id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49962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4826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E54B4B"/>
                </a:solidFill>
              </a:rPr>
              <a:t>Reconstruct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95682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59690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open3d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59690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Poisson/BPA from cluster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95682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59690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54B4B"/>
                </a:solidFill>
              </a:rPr>
              <a:t>Physna CAD swap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59690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Clean mesh on high confidence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5682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59690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OpenUSD SDK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59690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Assemble as UsdGeomMesh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8133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02997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76B900"/>
                </a:solidFill>
              </a:rPr>
              <a:t>Materials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93853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57861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AI Material Agent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57861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NVCF — label → MDL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93853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57861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MDL library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57861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NVIDIA material defs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93853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7861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5C518"/>
                </a:solidFill>
              </a:rPr>
              <a:t>Fallback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57861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Default grey if API fails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646305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701169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76B900"/>
                </a:solidFill>
              </a:rPr>
              <a:t>Render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92025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56033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ovRTX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56033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NVCF endpoint — photoreal render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692025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56033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Validation use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56033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Visual QA after assembly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92025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56033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Output use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56033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Rendered twin as deliverable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344476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99340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76B900"/>
                </a:solidFill>
              </a:rPr>
              <a:t>Assemble &amp; Val.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90196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54204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OpenUSD SDK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54204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Stage assembly + hierarchy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390196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454204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SimReady validator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54204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Standalone lib — checks spec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390196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454204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58C1A"/>
                </a:solidFill>
              </a:rPr>
              <a:t>Siemens adapter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54204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DTC export (post-EA)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29387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33959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NVIDIA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21411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5983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4B4B"/>
                </a:solidFill>
              </a:rPr>
              <a:t>Physna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13435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18007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8C1A"/>
                </a:solidFill>
              </a:rPr>
              <a:t>Siemens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05459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0031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8AC8"/>
                </a:solidFill>
              </a:rPr>
              <a:t>OSS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97483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02055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5C518"/>
                </a:solidFill>
              </a:rPr>
              <a:t>Glue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Agent Decision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The agent isn't a runner — it reasons. Low confidence triggers retry or swap. Errors escalate to human.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3566160" cy="530352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3566160" cy="47548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78408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</a:rPr>
              <a:t>What the Agent
Knows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0876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Available skills + schemas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98424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Input file type + metadata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459736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Per-skill confidence thresholds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35224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Retry budget per skill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410712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Human escalation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886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Run history + provenance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78807" y="960120"/>
            <a:ext cx="3566160" cy="530352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78807" y="960120"/>
            <a:ext cx="3566160" cy="475488"/>
          </a:xfrm>
          <a:prstGeom prst="rect">
            <a:avLst/>
          </a:prstGeom>
          <a:solidFill>
            <a:srgbClr val="E54B4B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0247" y="978408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</a:rPr>
              <a:t>What the Agent
Decides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399" y="150876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Which skill to call 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399" y="198424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Which algorithm variant
(DBSCAN vs Euclidean)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399" y="2642615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Accept result or retry
with different params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399" y="3300983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CAD substitution or
scan-derived mesh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399" y="3959351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Render now or skip
(optional ovRTX call)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399" y="4617719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Escalate to human or
accept with warning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83296" y="960120"/>
            <a:ext cx="3566160" cy="530352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83296" y="960120"/>
            <a:ext cx="3566160" cy="47548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978408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</a:rPr>
              <a:t>What It
Produces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150876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SimReady USD stage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198424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ovRTX render (optional)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2459736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Per-object run report: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7888" y="2935224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· skill + algorithm used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7888" y="3410712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· confidence score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3886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· CAD match or scan mesh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436168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· material assigned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4837175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Validation report (pass/fail)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559552"/>
            <a:ext cx="11612880" cy="777240"/>
          </a:xfrm>
          <a:prstGeom prst="rect">
            <a:avLst/>
          </a:prstGeom>
          <a:solidFill>
            <a:srgbClr val="0D2B45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605272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C518"/>
                </a:solidFill>
              </a:rPr>
              <a:t>Skill swap = one config line.  Agent auto-discovers via registry.  No agent rewrite.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96188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Example:  segment.algorithm: "dbscan"   →   agent picks up DBSCAN on next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Ownership &amp;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NVIDIA ships agent + skill framework. Partners provide domain libraries. Glue code is minimal and visible.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05840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05840"/>
            <a:ext cx="1188720" cy="960120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128016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NVIDIA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1060704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Agent framework · Skill interfaces · NVCF runtime
OpenUSD SDK · AI Material Agent · MDL library
ovRTX renderer · SimReady validator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1060704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Builds and maintains the agent, skill contracts, and all NVIDIA-owned tool implementations.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2084832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2084832"/>
            <a:ext cx="1188720" cy="960120"/>
          </a:xfrm>
          <a:prstGeom prst="rect">
            <a:avLst/>
          </a:prstGeom>
          <a:solidFill>
            <a:srgbClr val="E54B4B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" y="2359152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Physna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139696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Geometric CAD search library / API
CAD substitution (clean mesh swap on high confidence match)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139696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Primary partner for object recognition. Skills wrap their API. Swap in or out without touching agent.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3163824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" y="3163824"/>
            <a:ext cx="1188720" cy="960120"/>
          </a:xfrm>
          <a:prstGeom prst="rect">
            <a:avLst/>
          </a:prstGeom>
          <a:solidFill>
            <a:srgbClr val="E58C1A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3438144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Siemens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3218688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DTC format adapter · DTC semantic property schema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218688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Adopts NVIDIA reference architecture. Adds DTC-specific skill on top. EA launch partner (TBD).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4242816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2880" y="4242816"/>
            <a:ext cx="1188720" cy="960120"/>
          </a:xfrm>
          <a:prstGeom prst="rect">
            <a:avLst/>
          </a:prstGeom>
          <a:solidFill>
            <a:srgbClr val="008AC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4517136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297679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open3d — ingest, filter, segment, reconstruct
pye57 — E57 native read · scikit-learn — DBSCAN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4297679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Commodity processing. No lock-in. Replace any piece if a better library ships.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5321807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2880" y="5321807"/>
            <a:ext cx="1188720" cy="960120"/>
          </a:xfrm>
          <a:prstGeom prst="rect">
            <a:avLst/>
          </a:prstGeom>
          <a:solidFill>
            <a:srgbClr val="F5C51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" y="5596127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Glue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5376671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Skill config schemas (JSON/YAML) · Skill registry + runner
Run report format · Reference agent implementation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5376671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Minimal glue maintained by NVIDIA. Visible, readable, meant to be forked. Not a black box.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Open Questions — Resolve Before Engineering Spec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Four decisions that gate detailed requirements.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05840"/>
            <a:ext cx="11795760" cy="1143000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05840"/>
            <a:ext cx="530352" cy="1143000"/>
          </a:xfrm>
          <a:prstGeom prst="rect">
            <a:avLst/>
          </a:prstGeom>
          <a:solidFill>
            <a:srgbClr val="E54B4B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1325880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069848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4B4B"/>
                </a:solidFill>
              </a:rPr>
              <a:t>Physna integration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AAAAA"/>
                </a:solidFill>
              </a:rPr>
              <a:t>Python library or REST API?  Affects NVCF wrapping pattern and latency. Need answer before skill interface is finalized.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2304288"/>
            <a:ext cx="11795760" cy="1143000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2304288"/>
            <a:ext cx="530352" cy="1143000"/>
          </a:xfrm>
          <a:prstGeom prst="rect">
            <a:avLst/>
          </a:prstGeom>
          <a:solidFill>
            <a:srgbClr val="008AC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" y="2624328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68296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8AC8"/>
                </a:solidFill>
              </a:rPr>
              <a:t>Segmentation fidelity at 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77977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AAAAA"/>
                </a:solidFill>
              </a:rPr>
              <a:t>Is open3d Euclidean cluster sufficient for factory floor objects at EA, or do we need to scope a DL segmentation model post-EA?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3602736"/>
            <a:ext cx="11795760" cy="1143000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" y="3602736"/>
            <a:ext cx="530352" cy="1143000"/>
          </a:xfrm>
          <a:prstGeom prst="rect">
            <a:avLst/>
          </a:prstGeom>
          <a:solidFill>
            <a:srgbClr val="E58C1A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3922776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8C1A"/>
                </a:solidFill>
              </a:rPr>
              <a:t>Siemens adapter EA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078224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AAAAA"/>
                </a:solidFill>
              </a:rPr>
              <a:t>Is the DTC export adapter in-scope for EA, or is raw USD sufficient?  Determines whether Siemens is a launch partner or follow-on.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4901183"/>
            <a:ext cx="11795760" cy="1143000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2880" y="4901183"/>
            <a:ext cx="530352" cy="1143000"/>
          </a:xfrm>
          <a:prstGeom prst="rect">
            <a:avLst/>
          </a:prstGeom>
          <a:solidFill>
            <a:srgbClr val="F5C51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5221223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65192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518"/>
                </a:solidFill>
              </a:rPr>
              <a:t>Hackathon repo reuse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76671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AAAAA"/>
                </a:solidFill>
              </a:rPr>
              <a:t>Which components from existing repos translate directly to skills?  Share repos to map existing work before building from scratch.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