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Scan2Twin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AAAA"/>
                </a:solidFill>
              </a:rPr>
              <a:t>v0.1 Draft  |  Internal — Engineering &amp; Agent Requirements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8AC8"/>
                </a:solidFill>
              </a:rPr>
              <a:t>🔵  NVIDIA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CAF50"/>
                </a:solidFill>
              </a:rPr>
              <a:t>🟢  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518"/>
                </a:solidFill>
              </a:rPr>
              <a:t>🟡  Blueprint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Pipeline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6 modular stages — each agent-callable, each component swappable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46304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430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RAW SCAN
E57 / LAS
PLY / XYZ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1
Ingest &amp;
Preprocess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CAF50"/>
                </a:solidFill>
              </a:rPr>
              <a:t>2
Segmen-
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3
Object
Recognition
&amp; CAD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CAF50"/>
                </a:solidFill>
              </a:rPr>
              <a:t>4
Geometry
Recon-
struction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5
Semantic
Enrichment
&amp; Materials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6
SimReady
USD
Assembly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1592" y="1097280"/>
            <a:ext cx="1554480" cy="91440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51592" y="11430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SimReady
USD DT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2423160"/>
            <a:ext cx="11887200" cy="502920"/>
          </a:xfrm>
          <a:prstGeom prst="rect">
            <a:avLst/>
          </a:prstGeom>
          <a:solidFill>
            <a:srgbClr val="0D2B4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248716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6B900"/>
                </a:solidFill>
              </a:rPr>
              <a:t>🤖  PLANNING AGENT  —  Reads pipeline state · Calls tool APIs · Swaps components via registry · Handles errors +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NVCF ingest endpoint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CAF50"/>
                </a:solidFill>
              </a:rPr>
              <a:t>open3d reader + noise filter + voxel downsample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coord normalization sample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40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098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80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CAF50"/>
                </a:solidFill>
              </a:rPr>
              <a:t>Euclidean cluster segmentation (default)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098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280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CAF50"/>
                </a:solidFill>
              </a:rPr>
              <a:t>DBSCAN (swappable via registry)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098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80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algorithm registry + runner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52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909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92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4B4B"/>
                </a:solidFill>
              </a:rPr>
              <a:t>Physna: geometric search / CAD matching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909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92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NVCF inference endpoint wrapper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09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92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match result schema (JSON)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904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CAF50"/>
                </a:solidFill>
              </a:rPr>
              <a:t>open3d: Poisson/BPA mesh reconstruction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4B4B"/>
                </a:solidFill>
              </a:rPr>
              <a:t>Physna: CAD substitution on high-confidence match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OpenUSD SDK: prim assembly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2200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0488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geometry QA + watertight 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7679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533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1687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AI Material Agent (NVCF)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33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1687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MDL material library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533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71687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8C1A"/>
                </a:solidFill>
              </a:rPr>
              <a:t>Siemens DTC adapter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53399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71687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physics property defaults sample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88879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345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2887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OpenUSD SDK: stage assembly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345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52887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SimReady validator (standalone)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345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52887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ovRTX render validation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34599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52887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8C1A"/>
                </a:solidFill>
              </a:rPr>
              <a:t>Siemens DTC export adapter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34599" y="5120640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152887" y="5138928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USD output writer sample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AAAA"/>
                </a:solidFill>
              </a:rPr>
              <a:t>Legend: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01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8AC8"/>
                </a:solidFill>
              </a:rPr>
              <a:t>🔵  NVIDIA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889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177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4CAF50"/>
                </a:solidFill>
              </a:rPr>
              <a:t>🟢  OSS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296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753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C518"/>
                </a:solidFill>
              </a:rPr>
              <a:t>🟡  Blueprint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Orchestration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Every stage is a registered tool. The agent builds, runs, and evolves the pipeline.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3474720" cy="25603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51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6B900"/>
                </a:solidFill>
              </a:rPr>
              <a:t>TOOL 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Each stage registers: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550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name +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928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input_schema / output_schema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swappable_components[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68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health_check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060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3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Agent queries registry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0815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discover + configure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31927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Swap = change one config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051560"/>
            <a:ext cx="3840480" cy="2560320"/>
          </a:xfrm>
          <a:prstGeom prst="rect">
            <a:avLst/>
          </a:prstGeom>
          <a:solidFill>
            <a:srgbClr val="0D2B45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6B900"/>
                </a:solidFill>
              </a:rPr>
              <a:t>🤖  PLANNING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14173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1.  Read registry → build pipeline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166420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2.  Call each stage tool in sequence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911095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3.  Evaluate outputs: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215798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Low confidence? → retry or swap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4048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Validation fail? → re-run upstream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6517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Human review needed? →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28986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4.  Produce run report: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31455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which algorithm ran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39242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confidence scores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63931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validation results + provenance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51560"/>
            <a:ext cx="3566160" cy="25603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0515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518"/>
                </a:solidFill>
              </a:rPr>
              <a:t>🟡  DEVELOPER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141732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Given the blueprint, a developer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1655064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agent can: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189280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1305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Read pipeline schema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2368296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Understand swap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606039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Generate custom pipeline spec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2843783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Test alternate algorithms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081527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No core code changes needed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319271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3557015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Evolves as new capabilities ship.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39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6B900"/>
                </a:solidFill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6B900"/>
                </a:solidFill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840480"/>
            <a:ext cx="11612880" cy="2560320"/>
          </a:xfrm>
          <a:prstGeom prst="rect">
            <a:avLst/>
          </a:prstGeom>
          <a:solidFill>
            <a:srgbClr val="16213E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8587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CAF50"/>
                </a:solidFill>
              </a:rPr>
              <a:t>Example: Swapping Segmentation 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385876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</a:rPr>
              <a:t>No pipeline rewrite — one config change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251960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Default pipeline config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498848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segmentation: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745736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  algorithm: euclidean_cluster   # ← change this to "dbscan" or any registered 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992623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  voxel_size: 0.05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239511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486399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New algorithm? Register it once: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733287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5C518"/>
                </a:solidFill>
              </a:rPr>
              <a:t>registry.register("my_algo", MyAlgoClass, input_schema=..., output_schema=...)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980175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Agent discovers it automatically on next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Component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NVIDIA builds infrastructure + reference. Partners provide domain libraries. OSS fills commodity gaps.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8AC8"/>
                </a:solidFill>
              </a:rPr>
              <a:t>🔵  NVIDIA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NVCF runtime + inference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OpenUSD SDK (prim assembly, stage 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AI Material Agent (NVCF-hosted service)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MDL material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ovRTX renderer (validation spot-check)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SimReady validator (standalone library)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474719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Pipeline orchestration blueprint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8221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Stage config schemas (JSON)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16966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Reference planning agent (sample)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Geometric search / CAD matching (Stage 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CAD substitution — clean mesh swap
on high-confidence match (Stage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35000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Delivery: Python library or REST API
(TBD — open question)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DTC format adapter (Stages 5–6)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DTC-specific semantic property 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2219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Siemens adopts NVIDIA blueprint,
adds DTC-specific integration layer.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🟢 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point cloud reader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noise filter + voxel downsample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Euclidean cluster segmentation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Poisson/BPA mesh reconstruction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scikit-learn: DBSCAN (optional swap)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PDAL: alternative point cloud I/O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C518"/>
                </a:solidFill>
              </a:rPr>
              <a:t>🟡  Blueprint / Sample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Coord normalization sample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Algorithm registry + runner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Match result schema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Geometry QA + watertight check sample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Physics property defaults sample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USD output writer sample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3474719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swap_segmentation.py example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8221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orchestration_agent.py example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Decide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These block the detailed requirements. Resolve in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02920" cy="1188720"/>
          </a:xfrm>
          <a:prstGeom prst="rect">
            <a:avLst/>
          </a:prstGeom>
          <a:solidFill>
            <a:srgbClr val="E54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46303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Do they ship a Python library or REST API?
Impacts how we wrap them in NVCF and what the latency profile looks like.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4231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502920" cy="1188720"/>
          </a:xfrm>
          <a:prstGeom prst="rect">
            <a:avLst/>
          </a:prstGeom>
          <a:solidFill>
            <a:srgbClr val="4CAF5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963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CAF50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Is open3d Euclidean cluster segmentation sufficient for factory floor objects at EA?
Or do we need to scope a DL model (post-EA)?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7947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794760"/>
            <a:ext cx="502920" cy="1188720"/>
          </a:xfrm>
          <a:prstGeom prst="rect">
            <a:avLst/>
          </a:prstGeom>
          <a:solidFill>
            <a:srgbClr val="008AC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1148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SimReady validator 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Confirmed standalone library (not Kit-embedded).
Which SDK package? What's the current API surface?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1663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5166360"/>
            <a:ext cx="502920" cy="1188720"/>
          </a:xfrm>
          <a:prstGeom prst="rect">
            <a:avLst/>
          </a:prstGeom>
          <a:solidFill>
            <a:srgbClr val="E58C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54864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395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Is the Siemens DTC export adapter in-scope for EA, or is raw USD output sufficient?
Defines whether Siemens is a launch partner or a follow-on.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