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6B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Scan2Twin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6517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76B900"/>
                </a:solidFill>
              </a:rPr>
              <a:t>Reference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3832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AAAAAA"/>
                </a:solidFill>
              </a:rPr>
              <a:t>Point Cloud  →  SimReady USD Digital 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AAAAAA"/>
                </a:solidFill>
              </a:rPr>
              <a:t>v0.1 Draft  |  Internal — Engineering &amp; Agent Requirements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1371600" y="5120640"/>
            <a:ext cx="1645920" cy="320040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17320" y="51389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6B900"/>
                </a:solidFill>
              </a:rPr>
              <a:t>🟢  NVIDIA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91840" y="5120640"/>
            <a:ext cx="1645920" cy="32004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51389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54B4B"/>
                </a:solidFill>
              </a:rPr>
              <a:t>🔴  Physna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12080" y="5120640"/>
            <a:ext cx="1645920" cy="32004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51389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E58C1A"/>
                </a:solidFill>
              </a:rPr>
              <a:t>🟠  Siemens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0" y="5120640"/>
            <a:ext cx="1645920" cy="32004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78040" y="51389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08AC8"/>
                </a:solidFill>
              </a:rPr>
              <a:t>🔵  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5120640"/>
            <a:ext cx="1645920" cy="32004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98280" y="513892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C518"/>
                </a:solidFill>
              </a:rPr>
              <a:t>🟡  Blueprint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6B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Pipeline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</a:rPr>
              <a:t>6 modular stages — each agent-callable, each component swappable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97280"/>
            <a:ext cx="1463040" cy="914400"/>
          </a:xfrm>
          <a:prstGeom prst="rect">
            <a:avLst/>
          </a:prstGeom>
          <a:solidFill>
            <a:srgbClr val="16213E"/>
          </a:solidFill>
          <a:ln w="1270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" y="1143000"/>
            <a:ext cx="1463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AAAAA"/>
                </a:solidFill>
              </a:rPr>
              <a:t>RAW SCAN
E57 / LAS
PLY / XYZ</a:t>
            </a:r>
          </a:p>
        </p:txBody>
      </p:sp>
      <p:sp>
        <p:nvSpPr>
          <p:cNvPr id="8" name="Rectangle 7"/>
          <p:cNvSpPr/>
          <p:nvPr/>
        </p:nvSpPr>
        <p:spPr>
          <a:xfrm>
            <a:off x="1920240" y="960120"/>
            <a:ext cx="141732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65960" y="100584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1
Ingest &amp;
Preprocess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3756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AAAAA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11880" y="960120"/>
            <a:ext cx="141732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0" y="100584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2
Segmen-
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AAAAA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3520" y="960120"/>
            <a:ext cx="141732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9240" y="100584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E54B4B"/>
                </a:solidFill>
              </a:rPr>
              <a:t>3
Object
Recognition
&amp; CAD 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AAAAA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95160" y="960120"/>
            <a:ext cx="141732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0880" y="100584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008AC8"/>
                </a:solidFill>
              </a:rPr>
              <a:t>4
Geometry
Recon-
struction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AAAA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0" y="960120"/>
            <a:ext cx="141732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32520" y="100584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5
Semantic
Enrichment
&amp; Materials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137160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AAAAAA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378440" y="960120"/>
            <a:ext cx="1417320" cy="1188720"/>
          </a:xfrm>
          <a:prstGeom prst="rect">
            <a:avLst/>
          </a:prstGeom>
          <a:solidFill>
            <a:srgbClr val="16213E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24160" y="1005840"/>
            <a:ext cx="1325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6
SimReady
USD
Assembly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451592" y="1097280"/>
            <a:ext cx="1554480" cy="914400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51592" y="11430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76B900"/>
                </a:solidFill>
              </a:rPr>
              <a:t>SimReady
USD DT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2880" y="2423160"/>
            <a:ext cx="11887200" cy="502920"/>
          </a:xfrm>
          <a:prstGeom prst="rect">
            <a:avLst/>
          </a:prstGeom>
          <a:solidFill>
            <a:srgbClr val="0D2B45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2487168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76B900"/>
                </a:solidFill>
              </a:rPr>
              <a:t>🤖  PLANNING AGENT  —  Reads pipeline state · Calls tool APIs · Swaps components via registry · Handles errors + retries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2880" y="3108960"/>
            <a:ext cx="1889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AAAAAA"/>
                </a:solidFill>
              </a:rPr>
              <a:t>Stage 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" y="3364991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6888" y="3383279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76B900"/>
                </a:solidFill>
              </a:rPr>
              <a:t>NVCF ingest endpoint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" y="3803904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46888" y="3822191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8AC8"/>
                </a:solidFill>
              </a:rPr>
              <a:t>open3d reader + noise filter + voxel downsample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" y="4242816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6888" y="4261104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5C518"/>
                </a:solidFill>
              </a:rPr>
              <a:t>coord normalization sample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64080" y="3108960"/>
            <a:ext cx="1889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AAAAAA"/>
                </a:solidFill>
              </a:rPr>
              <a:t>Stage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09800" y="3364991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8088" y="3383279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8AC8"/>
                </a:solidFill>
              </a:rPr>
              <a:t>Euclidean cluster segmentation (default)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09800" y="3803904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28088" y="3822191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8AC8"/>
                </a:solidFill>
              </a:rPr>
              <a:t>DBSCAN (swappable via registry)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09800" y="4242816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28088" y="4261104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5C518"/>
                </a:solidFill>
              </a:rPr>
              <a:t>algorithm registry + runner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45280" y="3108960"/>
            <a:ext cx="1889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AAAAAA"/>
                </a:solidFill>
              </a:rPr>
              <a:t>Stage 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90999" y="3364991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209288" y="3383279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E54B4B"/>
                </a:solidFill>
              </a:rPr>
              <a:t>Physna: geometric search / CAD matching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90999" y="3803904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09288" y="3822191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76B900"/>
                </a:solidFill>
              </a:rPr>
              <a:t>NVCF inference endpoint wrapper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90999" y="4242816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209288" y="4261104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5C518"/>
                </a:solidFill>
              </a:rPr>
              <a:t>match result schema (JSON)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26480" y="3108960"/>
            <a:ext cx="1889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AAAAAA"/>
                </a:solidFill>
              </a:rPr>
              <a:t>Stage 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72200" y="3364991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90488" y="3383279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008AC8"/>
                </a:solidFill>
              </a:rPr>
              <a:t>open3d: Poisson/BPA mesh reconstruction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72200" y="3803904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90488" y="3822191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E54B4B"/>
                </a:solidFill>
              </a:rPr>
              <a:t>Physna: CAD substitution on high-confidence match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4242816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190488" y="4261104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76B900"/>
                </a:solidFill>
              </a:rPr>
              <a:t>OpenUSD SDK: prim assembly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72200" y="4681728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90488" y="4700016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5C518"/>
                </a:solidFill>
              </a:rPr>
              <a:t>geometry QA + watertight check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07679" y="3108960"/>
            <a:ext cx="1889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AAAAAA"/>
                </a:solidFill>
              </a:rPr>
              <a:t>Stage 5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153399" y="3364991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71687" y="3383279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76B900"/>
                </a:solidFill>
              </a:rPr>
              <a:t>AI Material Agent (NVCF)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53399" y="3803904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1687" y="3822191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76B900"/>
                </a:solidFill>
              </a:rPr>
              <a:t>MDL material library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153399" y="4242816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171687" y="4261104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E58C1A"/>
                </a:solidFill>
              </a:rPr>
              <a:t>Siemens DTC adapter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153399" y="4681728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171687" y="4700016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5C518"/>
                </a:solidFill>
              </a:rPr>
              <a:t>physics property defaults sample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88879" y="3108960"/>
            <a:ext cx="1889759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AAAAAA"/>
                </a:solidFill>
              </a:rPr>
              <a:t>Stage 6</a:t>
            </a:r>
          </a:p>
        </p:txBody>
      </p:sp>
      <p:sp>
        <p:nvSpPr>
          <p:cNvPr id="69" name="Rectangle 68"/>
          <p:cNvSpPr/>
          <p:nvPr/>
        </p:nvSpPr>
        <p:spPr>
          <a:xfrm>
            <a:off x="10134599" y="3364991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152887" y="3383279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76B900"/>
                </a:solidFill>
              </a:rPr>
              <a:t>OpenUSD SDK: stage assembly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0134599" y="3803904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152887" y="3822191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76B900"/>
                </a:solidFill>
              </a:rPr>
              <a:t>SimReady validator (standalone)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134599" y="4242816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52887" y="4261104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76B900"/>
                </a:solidFill>
              </a:rPr>
              <a:t>ovRTX render validation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134599" y="4681728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0152887" y="4700016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E58C1A"/>
                </a:solidFill>
              </a:rPr>
              <a:t>Siemens DTC export adapter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34599" y="5120640"/>
            <a:ext cx="1798320" cy="384048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152887" y="5138928"/>
            <a:ext cx="1780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5C518"/>
                </a:solidFill>
              </a:rPr>
              <a:t>USD output writer sample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82880" y="6400800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>
                <a:solidFill>
                  <a:srgbClr val="AAAAAA"/>
                </a:solidFill>
              </a:rPr>
              <a:t>Legend: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14400" y="6400800"/>
            <a:ext cx="1554480" cy="274320"/>
          </a:xfrm>
          <a:prstGeom prst="rect">
            <a:avLst/>
          </a:prstGeom>
          <a:solidFill>
            <a:srgbClr val="16213E"/>
          </a:solidFill>
          <a:ln w="190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60120" y="64190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76B900"/>
                </a:solidFill>
              </a:rPr>
              <a:t>🟢  NVIDIA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743200" y="6400800"/>
            <a:ext cx="1554480" cy="274320"/>
          </a:xfrm>
          <a:prstGeom prst="rect">
            <a:avLst/>
          </a:prstGeom>
          <a:solidFill>
            <a:srgbClr val="16213E"/>
          </a:solidFill>
          <a:ln w="1905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788920" y="64190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54B4B"/>
                </a:solidFill>
              </a:rPr>
              <a:t>🔴  Physna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572000" y="6400800"/>
            <a:ext cx="1554480" cy="274320"/>
          </a:xfrm>
          <a:prstGeom prst="rect">
            <a:avLst/>
          </a:prstGeom>
          <a:solidFill>
            <a:srgbClr val="16213E"/>
          </a:solidFill>
          <a:ln w="1905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617720" y="64190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E58C1A"/>
                </a:solidFill>
              </a:rPr>
              <a:t>🟠  Siemens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400800" y="6400800"/>
            <a:ext cx="1554480" cy="27432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46520" y="64190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008AC8"/>
                </a:solidFill>
              </a:rPr>
              <a:t>🔵  OSS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229600" y="6400800"/>
            <a:ext cx="1554480" cy="274320"/>
          </a:xfrm>
          <a:prstGeom prst="rect">
            <a:avLst/>
          </a:prstGeom>
          <a:solidFill>
            <a:srgbClr val="16213E"/>
          </a:solidFill>
          <a:ln w="1905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275320" y="6419088"/>
            <a:ext cx="14630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>
                <a:solidFill>
                  <a:srgbClr val="F5C518"/>
                </a:solidFill>
              </a:rPr>
              <a:t>🟡  Blueprint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6B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Agent Orchestration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</a:rPr>
              <a:t>Every stage is a registered tool. The agent builds, runs, and evolves the pipeline.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3474720" cy="2560320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105156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6B900"/>
                </a:solidFill>
              </a:rPr>
              <a:t>TOOL REGISTRY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41732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Each stage registers: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655064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name + 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892808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input_schema / output_schema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13055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swappable_components[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368296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health_check endpoint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606039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843783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Agent queries registry 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081527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discover + configure pipeline.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319271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Swap = change one config key.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0" y="1051560"/>
            <a:ext cx="3840480" cy="2560320"/>
          </a:xfrm>
          <a:prstGeom prst="rect">
            <a:avLst/>
          </a:prstGeom>
          <a:solidFill>
            <a:srgbClr val="0D2B45"/>
          </a:solidFill>
          <a:ln w="3175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0" y="1051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76B900"/>
                </a:solidFill>
              </a:rPr>
              <a:t>🤖  PLANNING AGENT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141732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1.  Read registry → build pipeline spec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166420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2.  Call each stage tool in sequence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60" y="1911095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3.  Evaluate outputs: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2157984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    • Low confidence? → retry or swap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2404872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    • Validation fail? → re-run upstream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2651760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    • Human review needed? → escalate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51960" y="2898648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4.  Produce run report: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51960" y="3145536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    • which algorithm ran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51960" y="3392424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    • confidence scores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51960" y="3639312"/>
            <a:ext cx="3566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    • validation results + provenance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321040" y="1051560"/>
            <a:ext cx="3566160" cy="256032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1051560"/>
            <a:ext cx="3566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5C518"/>
                </a:solidFill>
              </a:rPr>
              <a:t>🟡  DEVELOPER AGENT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58200" y="1417320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Given the blueprint, a developer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58200" y="1655064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agent can: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58200" y="1892808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58200" y="2130552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Read pipeline schema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2368296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Understand swap points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58200" y="2606039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Generate custom pipeline spec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2843783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Test alternate algorithms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3081527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AAAAAA"/>
                </a:solidFill>
              </a:rPr>
              <a:t>  • No core code changes needed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58200" y="3319271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58200" y="3557015"/>
            <a:ext cx="3337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</a:rPr>
              <a:t>Evolves as new capabilities ship.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9039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76B900"/>
                </a:solidFill>
              </a:rPr>
              <a:t>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76B900"/>
                </a:solidFill>
              </a:rPr>
              <a:t>→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3840480"/>
            <a:ext cx="11612880" cy="2560320"/>
          </a:xfrm>
          <a:prstGeom prst="rect">
            <a:avLst/>
          </a:prstGeom>
          <a:solidFill>
            <a:srgbClr val="16213E"/>
          </a:solidFill>
          <a:ln w="1905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3858768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8AC8"/>
                </a:solidFill>
              </a:rPr>
              <a:t>Example: Swapping Segmentation Algorithm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0" y="3858768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AAAAAA"/>
                </a:solidFill>
              </a:rPr>
              <a:t>No pipeline rewrite — one config change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4251960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# Default pipeline config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4498848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segmentation: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4745736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  algorithm: euclidean_cluster   # ← change this to "dbscan" or any registered algorithm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4992623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>  voxel_size: 0.05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239511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FFFFF"/>
                </a:solidFill>
              </a:rPr>
              <a:t/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" y="5486399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# New algorithm? Register it once: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5733287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F5C518"/>
                </a:solidFill>
              </a:rPr>
              <a:t>registry.register("my_algo", MyAlgoClass, input_schema=..., output_schema=...)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980175"/>
            <a:ext cx="1133856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AAAAAA"/>
                </a:solidFill>
              </a:rPr>
              <a:t># Agent discovers it automatically on next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6B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Component Ownership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</a:rPr>
              <a:t>NVIDIA builds infrastructure + reference. Partners provide domain libraries. OSS fills commodity gaps.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880" y="1005840"/>
            <a:ext cx="2331720" cy="5577840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28600" y="1024128"/>
            <a:ext cx="2240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76B900"/>
                </a:solidFill>
              </a:rPr>
              <a:t>🔵  NVIDIA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1389888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NVCF runtime + inference endpoints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1737360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OpenUSD SDK (prim assembly, stage output)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084831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AI Material Agent (NVCF-hosted service)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432303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MDL material 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779775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ovRTX renderer (validation spot-check)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3127247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SimReady validator (standalone library)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474719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Pipeline orchestration blueprint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822191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Stage config schemas (JSON)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4169663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Reference planning agent (sample)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40" y="1005840"/>
            <a:ext cx="2331720" cy="557784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51760" y="1024128"/>
            <a:ext cx="2240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54B4B"/>
                </a:solidFill>
              </a:rPr>
              <a:t>🔴  Physna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80" y="1389888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Geometric search / CAD matching (Stage 3)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80" y="1737360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CAD substitution — clean mesh swap
on high-confidence match (Stage 4)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350008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Delivery: Python library or REST API
(TBD — open question)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0" y="1005840"/>
            <a:ext cx="2331720" cy="557784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4920" y="1024128"/>
            <a:ext cx="2240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E58C1A"/>
                </a:solidFill>
              </a:rPr>
              <a:t>🟠  Siemens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1389888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DTC format adapter (Stages 5–6)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1737360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DTC-specific semantic property schema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221991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Siemens adopts NVIDIA blueprint,
adds DTC-specific integration layer.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1005840"/>
            <a:ext cx="2331720" cy="557784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0" y="1024128"/>
            <a:ext cx="2240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008AC8"/>
                </a:solidFill>
              </a:rPr>
              <a:t>🟢  OSS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1389888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open3d: point cloud reader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43800" y="1737360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open3d: noise filter + voxel downsample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2084831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open3d: Euclidean cluster segmentation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2432303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open3d: Poisson/BPA mesh reconstruction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43800" y="2779775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scikit-learn: DBSCAN (optional swap)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43800" y="3127247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PDAL: alternative point cloud I/O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75520" y="1005840"/>
            <a:ext cx="2331720" cy="5577840"/>
          </a:xfrm>
          <a:prstGeom prst="rect">
            <a:avLst/>
          </a:prstGeom>
          <a:solidFill>
            <a:srgbClr val="16213E"/>
          </a:solidFill>
          <a:ln w="25400">
            <a:solidFill>
              <a:srgbClr val="F5C5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921240" y="1024128"/>
            <a:ext cx="2240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F5C518"/>
                </a:solidFill>
              </a:rPr>
              <a:t>🟡  Blueprint / Sample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1389888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Coord normalization sample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66960" y="1737360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Algorithm registry + runner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0" y="2084831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Match result schema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2432303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Geometry QA + watertight check sample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66960" y="2779775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Physics property defaults sample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66960" y="3127247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USD output writer sample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66960" y="3474719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swap_segmentation.py example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3822191"/>
            <a:ext cx="21488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>
                <a:solidFill>
                  <a:srgbClr val="FFFFFF"/>
                </a:solidFill>
              </a:rPr>
              <a:t>• orchestration_agent.py example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76B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Open Questions — Decide Before Engineering Spec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548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AAAAAA"/>
                </a:solidFill>
              </a:rPr>
              <a:t>These block the detailed requirements. Resolve in order.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11612880" cy="1188720"/>
          </a:xfrm>
          <a:prstGeom prst="rect">
            <a:avLst/>
          </a:prstGeom>
          <a:solidFill>
            <a:srgbClr val="16213E"/>
          </a:solidFill>
          <a:ln w="25400">
            <a:solidFill>
              <a:srgbClr val="E54B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02920" cy="1188720"/>
          </a:xfrm>
          <a:prstGeom prst="rect">
            <a:avLst/>
          </a:prstGeom>
          <a:solidFill>
            <a:srgbClr val="E54B4B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3716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1247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4B4B"/>
                </a:solidFill>
              </a:rPr>
              <a:t>Physna integration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1463039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Do they ship a Python library or REST API?
Impacts how we wrap them in NVCF and what the latency profile looks like.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2423160"/>
            <a:ext cx="11612880" cy="1188720"/>
          </a:xfrm>
          <a:prstGeom prst="rect">
            <a:avLst/>
          </a:prstGeom>
          <a:solidFill>
            <a:srgbClr val="16213E"/>
          </a:solidFill>
          <a:ln w="25400">
            <a:solidFill>
              <a:srgbClr val="008AC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2423160"/>
            <a:ext cx="502920" cy="1188720"/>
          </a:xfrm>
          <a:prstGeom prst="rect">
            <a:avLst/>
          </a:prstGeom>
          <a:solidFill>
            <a:srgbClr val="008AC8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" y="27432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4963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8AC8"/>
                </a:solidFill>
              </a:rPr>
              <a:t>Segmentation fidelity at EA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83464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Is open3d Euclidean cluster segmentation sufficient for factory floor objects at EA?
Or do we need to scope a DL model (post-EA)?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3794760"/>
            <a:ext cx="11612880" cy="1188720"/>
          </a:xfrm>
          <a:prstGeom prst="rect">
            <a:avLst/>
          </a:prstGeom>
          <a:solidFill>
            <a:srgbClr val="16213E"/>
          </a:solidFill>
          <a:ln w="25400">
            <a:solidFill>
              <a:srgbClr val="76B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" y="3794760"/>
            <a:ext cx="502920" cy="1188720"/>
          </a:xfrm>
          <a:prstGeom prst="rect">
            <a:avLst/>
          </a:prstGeom>
          <a:solidFill>
            <a:srgbClr val="76B900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" y="41148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679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76B900"/>
                </a:solidFill>
              </a:rPr>
              <a:t>SimReady validator availability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20624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Confirmed standalone library (not Kit-embedded).
Which SDK package? What's the current API surface?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5166360"/>
            <a:ext cx="11612880" cy="1188720"/>
          </a:xfrm>
          <a:prstGeom prst="rect">
            <a:avLst/>
          </a:prstGeom>
          <a:solidFill>
            <a:srgbClr val="16213E"/>
          </a:solidFill>
          <a:ln w="25400">
            <a:solidFill>
              <a:srgbClr val="E58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5166360"/>
            <a:ext cx="502920" cy="1188720"/>
          </a:xfrm>
          <a:prstGeom prst="rect">
            <a:avLst/>
          </a:prstGeom>
          <a:solidFill>
            <a:srgbClr val="E58C1A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74320" y="548640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239512"/>
            <a:ext cx="10789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8C1A"/>
                </a:solidFill>
              </a:rPr>
              <a:t>Siemens adapter EA scope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577840"/>
            <a:ext cx="10789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</a:rPr>
              <a:t>Is the Siemens DTC export adapter in-scope for EA, or is raw USD output sufficient?
Defines whether Siemens is a launch partner or a follow-on.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